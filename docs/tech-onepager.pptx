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</a:defRPr>
            </a:pPr>
            <a:r>
              <a:t>童画公益 × 可持续时尚 — 技术架构（一页）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整体：多端（Web 官网 / 管理台 / 微信小程序 / Android）共用一套 REST API。</a:t>
            </a:r>
          </a:p>
          <a:p>
            <a:pPr>
              <a:spcAft>
                <a:spcPts val="400"/>
              </a:spcAft>
              <a:defRPr sz="8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后端：FastAPI + 异步 SQLAlchemy，MySQL 持久化，Redis 缓存/会话，RabbitMQ 异步；JWT 等安全机制；业务含用户/活动/作品/电商/捐赠/供应链/管理/内容等。</a:t>
            </a:r>
          </a:p>
          <a:p>
            <a:pPr>
              <a:spcAft>
                <a:spcPts val="400"/>
              </a:spcAft>
              <a:defRPr sz="8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Web &amp; 管理台：React 18 + Vite + TypeScript；TanStack Query + Zustand + Axios + i18n。</a:t>
            </a:r>
          </a:p>
          <a:p>
            <a:pPr>
              <a:spcAft>
                <a:spcPts val="400"/>
              </a:spcAft>
              <a:defRPr sz="8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部署：Docker Compose（MySQL + Redis + RabbitMQ + 后端 + Nginx 托管前端）· 敏感信息走 Secrets。</a:t>
            </a:r>
          </a:p>
          <a:p>
            <a:pPr>
              <a:spcAft>
                <a:spcPts val="400"/>
              </a:spcAft>
              <a:defRPr sz="8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一句话：React/Vite 多端 + FastAPI 单体 API，MySQL/Redis 支撑，容器化一体部署。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